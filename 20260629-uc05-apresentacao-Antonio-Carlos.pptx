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EA39C4-6744-4373-A8A3-F010039CF648}" v="7" dt="2026-06-29T00:19:29.176"/>
  </p1510:revLst>
</p1510:revInfo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 BRANCO GONCALVES" userId="S::lucas.rbgoncalves@senacsp.edu.br::e333823d-9e8d-400e-89ec-640daa6bdee7" providerId="AD" clId="Web-{5869AED6-2291-8616-1DC2-C3DE1C3809F1}"/>
    <pc:docChg chg="modSld">
      <pc:chgData name="LUCAS RIO BRANCO GONCALVES" userId="S::lucas.rbgoncalves@senacsp.edu.br::e333823d-9e8d-400e-89ec-640daa6bdee7" providerId="AD" clId="Web-{5869AED6-2291-8616-1DC2-C3DE1C3809F1}" dt="2026-06-25T14:18:14.561" v="0"/>
      <pc:docMkLst>
        <pc:docMk/>
      </pc:docMkLst>
    </pc:docChg>
  </pc:docChgLst>
  <pc:docChgLst>
    <pc:chgData name="FERNANDA FEIJO MASCHETI" userId="3b5fc639-18de-4d41-8450-c10a405de25b" providerId="ADAL" clId="{BC627C21-9DB4-4E06-BAFD-8FE82EAE94D7}"/>
    <pc:docChg chg="undo custSel addSld delSld modSld sldOrd">
      <pc:chgData name="FERNANDA FEIJO MASCHETI" userId="3b5fc639-18de-4d41-8450-c10a405de25b" providerId="ADAL" clId="{BC627C21-9DB4-4E06-BAFD-8FE82EAE94D7}" dt="2026-06-23T10:53:54.038" v="778" actId="20577"/>
      <pc:docMkLst>
        <pc:docMk/>
      </pc:docMkLst>
      <pc:sldChg chg="modSp mod setBg">
        <pc:chgData name="FERNANDA FEIJO MASCHETI" userId="3b5fc639-18de-4d41-8450-c10a405de25b" providerId="ADAL" clId="{BC627C21-9DB4-4E06-BAFD-8FE82EAE94D7}" dt="2026-06-23T10:22:48.643" v="2" actId="207"/>
        <pc:sldMkLst>
          <pc:docMk/>
          <pc:sldMk cId="3418876810" sldId="256"/>
        </pc:sldMkLst>
        <pc:spChg chg="mod">
          <ac:chgData name="FERNANDA FEIJO MASCHETI" userId="3b5fc639-18de-4d41-8450-c10a405de25b" providerId="ADAL" clId="{BC627C21-9DB4-4E06-BAFD-8FE82EAE94D7}" dt="2026-06-23T10:22:48.643" v="2" actId="207"/>
          <ac:spMkLst>
            <pc:docMk/>
            <pc:sldMk cId="3418876810" sldId="256"/>
            <ac:spMk id="2" creationId="{3D1E4C3B-42A8-809F-BC4B-03E535910678}"/>
          </ac:spMkLst>
        </pc:spChg>
      </pc:sldChg>
    </pc:docChg>
  </pc:docChgLst>
  <pc:docChgLst>
    <pc:chgData name="LUIZ OSCAR DA COSTA" userId="S::luiz.ocosta@senacsp.edu.br::f5c6879b-bde5-465b-8bf6-5bb901cfeb36" providerId="AD" clId="Web-{C5B0415D-0302-A794-39D2-9398722F0B01}"/>
    <pc:docChg chg="modSld">
      <pc:chgData name="LUIZ OSCAR DA COSTA" userId="S::luiz.ocosta@senacsp.edu.br::f5c6879b-bde5-465b-8bf6-5bb901cfeb36" providerId="AD" clId="Web-{C5B0415D-0302-A794-39D2-9398722F0B01}" dt="2026-06-10T14:58:39.257" v="15" actId="20577"/>
      <pc:docMkLst>
        <pc:docMk/>
      </pc:docMkLst>
    </pc:docChg>
  </pc:docChgLst>
  <pc:docChgLst>
    <pc:chgData name="FERNANDA FEIJO MASCHETI" userId="S::fernanda.fmascheti@senacsp.edu.br::3b5fc639-18de-4d41-8450-c10a405de25b" providerId="AD" clId="Web-{195F7811-9176-65E8-0064-2DE8C382D3E6}"/>
    <pc:docChg chg="modSld">
      <pc:chgData name="FERNANDA FEIJO MASCHETI" userId="S::fernanda.fmascheti@senacsp.edu.br::3b5fc639-18de-4d41-8450-c10a405de25b" providerId="AD" clId="Web-{195F7811-9176-65E8-0064-2DE8C382D3E6}" dt="2026-06-25T12:04:15.823" v="0"/>
      <pc:docMkLst>
        <pc:docMk/>
      </pc:docMkLst>
    </pc:docChg>
  </pc:docChgLst>
  <pc:docChgLst>
    <pc:chgData name="FERNANDA FEIJO MASCHETI" userId="3b5fc639-18de-4d41-8450-c10a405de25b" providerId="ADAL" clId="{D3F52984-DB93-4410-8E49-849A77E2AEF7}"/>
    <pc:docChg chg="undo custSel addSld delSld modSld sldOrd">
      <pc:chgData name="FERNANDA FEIJO MASCHETI" userId="3b5fc639-18de-4d41-8450-c10a405de25b" providerId="ADAL" clId="{D3F52984-DB93-4410-8E49-849A77E2AEF7}" dt="2026-06-25T13:23:25.358" v="2371" actId="20577"/>
      <pc:docMkLst>
        <pc:docMk/>
      </pc:docMkLst>
      <pc:sldChg chg="modSp mod">
        <pc:chgData name="FERNANDA FEIJO MASCHETI" userId="3b5fc639-18de-4d41-8450-c10a405de25b" providerId="ADAL" clId="{D3F52984-DB93-4410-8E49-849A77E2AEF7}" dt="2026-06-23T11:10:47.972" v="2240" actId="207"/>
        <pc:sldMkLst>
          <pc:docMk/>
          <pc:sldMk cId="3418876810" sldId="256"/>
        </pc:sldMkLst>
        <pc:spChg chg="mod">
          <ac:chgData name="FERNANDA FEIJO MASCHETI" userId="3b5fc639-18de-4d41-8450-c10a405de25b" providerId="ADAL" clId="{D3F52984-DB93-4410-8E49-849A77E2AEF7}" dt="2026-06-23T11:10:47.972" v="2240" actId="207"/>
          <ac:spMkLst>
            <pc:docMk/>
            <pc:sldMk cId="3418876810" sldId="256"/>
            <ac:spMk id="7" creationId="{A71CA0CD-84FD-2105-7A50-2F302F471B47}"/>
          </ac:spMkLst>
        </pc:spChg>
      </pc:sldChg>
    </pc:docChg>
  </pc:docChgLst>
  <pc:docChgLst>
    <pc:chgData name="FERNANDA FEIJO MASCHETI" userId="3b5fc639-18de-4d41-8450-c10a405de25b" providerId="ADAL" clId="{EB95E8B9-D5D8-4054-8D78-616B112FE35B}"/>
    <pc:docChg chg="undo custSel addSld delSld modSld sldOrd">
      <pc:chgData name="FERNANDA FEIJO MASCHETI" userId="3b5fc639-18de-4d41-8450-c10a405de25b" providerId="ADAL" clId="{EB95E8B9-D5D8-4054-8D78-616B112FE35B}" dt="2026-06-29T00:20:29.877" v="12619" actId="403"/>
      <pc:docMkLst>
        <pc:docMk/>
      </pc:docMkLst>
      <pc:sldChg chg="addSp delSp modSp new mod">
        <pc:chgData name="FERNANDA FEIJO MASCHETI" userId="3b5fc639-18de-4d41-8450-c10a405de25b" providerId="ADAL" clId="{EB95E8B9-D5D8-4054-8D78-616B112FE35B}" dt="2026-06-29T00:14:50.766" v="12107" actId="20577"/>
        <pc:sldMkLst>
          <pc:docMk/>
          <pc:sldMk cId="3418876810" sldId="256"/>
        </pc:sldMkLst>
        <pc:spChg chg="mod">
          <ac:chgData name="FERNANDA FEIJO MASCHETI" userId="3b5fc639-18de-4d41-8450-c10a405de25b" providerId="ADAL" clId="{EB95E8B9-D5D8-4054-8D78-616B112FE35B}" dt="2026-06-29T00:14:45.896" v="12097" actId="20577"/>
          <ac:spMkLst>
            <pc:docMk/>
            <pc:sldMk cId="3418876810" sldId="256"/>
            <ac:spMk id="2" creationId="{3D1E4C3B-42A8-809F-BC4B-03E535910678}"/>
          </ac:spMkLst>
        </pc:spChg>
        <pc:spChg chg="mod">
          <ac:chgData name="FERNANDA FEIJO MASCHETI" userId="3b5fc639-18de-4d41-8450-c10a405de25b" providerId="ADAL" clId="{EB95E8B9-D5D8-4054-8D78-616B112FE35B}" dt="2026-06-29T00:14:50.766" v="12107" actId="20577"/>
          <ac:spMkLst>
            <pc:docMk/>
            <pc:sldMk cId="3418876810" sldId="256"/>
            <ac:spMk id="7" creationId="{A71CA0CD-84FD-2105-7A50-2F302F471B47}"/>
          </ac:spMkLst>
        </pc:spChg>
      </pc:sldChg>
      <pc:sldChg chg="modSp new mod">
        <pc:chgData name="FERNANDA FEIJO MASCHETI" userId="3b5fc639-18de-4d41-8450-c10a405de25b" providerId="ADAL" clId="{EB95E8B9-D5D8-4054-8D78-616B112FE35B}" dt="2026-06-29T00:16:27.017" v="12173" actId="20577"/>
        <pc:sldMkLst>
          <pc:docMk/>
          <pc:sldMk cId="2799583834" sldId="257"/>
        </pc:sldMkLst>
        <pc:spChg chg="mod">
          <ac:chgData name="FERNANDA FEIJO MASCHETI" userId="3b5fc639-18de-4d41-8450-c10a405de25b" providerId="ADAL" clId="{EB95E8B9-D5D8-4054-8D78-616B112FE35B}" dt="2026-06-29T00:16:16.952" v="12138" actId="20577"/>
          <ac:spMkLst>
            <pc:docMk/>
            <pc:sldMk cId="2799583834" sldId="257"/>
            <ac:spMk id="2" creationId="{B13A2B56-1900-20BF-5AB9-5A677077F844}"/>
          </ac:spMkLst>
        </pc:spChg>
        <pc:spChg chg="mod">
          <ac:chgData name="FERNANDA FEIJO MASCHETI" userId="3b5fc639-18de-4d41-8450-c10a405de25b" providerId="ADAL" clId="{EB95E8B9-D5D8-4054-8D78-616B112FE35B}" dt="2026-06-29T00:16:27.017" v="12173" actId="20577"/>
          <ac:spMkLst>
            <pc:docMk/>
            <pc:sldMk cId="2799583834" sldId="257"/>
            <ac:spMk id="3" creationId="{688C8E59-FB0F-5A80-C4AC-8538B6CEF1AF}"/>
          </ac:spMkLst>
        </pc:spChg>
      </pc:sldChg>
      <pc:sldChg chg="modSp new mod">
        <pc:chgData name="FERNANDA FEIJO MASCHETI" userId="3b5fc639-18de-4d41-8450-c10a405de25b" providerId="ADAL" clId="{EB95E8B9-D5D8-4054-8D78-616B112FE35B}" dt="2026-06-29T00:17:55.925" v="12362" actId="113"/>
        <pc:sldMkLst>
          <pc:docMk/>
          <pc:sldMk cId="1844253624" sldId="258"/>
        </pc:sldMkLst>
        <pc:spChg chg="mod">
          <ac:chgData name="FERNANDA FEIJO MASCHETI" userId="3b5fc639-18de-4d41-8450-c10a405de25b" providerId="ADAL" clId="{EB95E8B9-D5D8-4054-8D78-616B112FE35B}" dt="2026-06-29T00:16:46.072" v="12199" actId="20577"/>
          <ac:spMkLst>
            <pc:docMk/>
            <pc:sldMk cId="1844253624" sldId="258"/>
            <ac:spMk id="2" creationId="{ECEBB52B-94F0-2FF9-F537-F8C23DE9B4CA}"/>
          </ac:spMkLst>
        </pc:spChg>
        <pc:spChg chg="mod">
          <ac:chgData name="FERNANDA FEIJO MASCHETI" userId="3b5fc639-18de-4d41-8450-c10a405de25b" providerId="ADAL" clId="{EB95E8B9-D5D8-4054-8D78-616B112FE35B}" dt="2026-06-29T00:17:55.925" v="12362" actId="113"/>
          <ac:spMkLst>
            <pc:docMk/>
            <pc:sldMk cId="1844253624" sldId="258"/>
            <ac:spMk id="3" creationId="{8425BCA1-4D2B-E57A-5CE4-031C31809356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18:48.711" v="12419" actId="20577"/>
        <pc:sldMkLst>
          <pc:docMk/>
          <pc:sldMk cId="2924147060" sldId="259"/>
        </pc:sldMkLst>
        <pc:spChg chg="mod">
          <ac:chgData name="FERNANDA FEIJO MASCHETI" userId="3b5fc639-18de-4d41-8450-c10a405de25b" providerId="ADAL" clId="{EB95E8B9-D5D8-4054-8D78-616B112FE35B}" dt="2026-06-29T00:18:28.478" v="12393" actId="20577"/>
          <ac:spMkLst>
            <pc:docMk/>
            <pc:sldMk cId="2924147060" sldId="259"/>
            <ac:spMk id="2" creationId="{1A98C204-5479-FFC4-30C5-95727502CDC6}"/>
          </ac:spMkLst>
        </pc:spChg>
        <pc:spChg chg="mod">
          <ac:chgData name="FERNANDA FEIJO MASCHETI" userId="3b5fc639-18de-4d41-8450-c10a405de25b" providerId="ADAL" clId="{EB95E8B9-D5D8-4054-8D78-616B112FE35B}" dt="2026-06-29T00:18:48.711" v="12419" actId="20577"/>
          <ac:spMkLst>
            <pc:docMk/>
            <pc:sldMk cId="2924147060" sldId="259"/>
            <ac:spMk id="3" creationId="{11E51343-9EEA-E0FE-0549-E4A3D52F9590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19:05.505" v="12431" actId="20577"/>
        <pc:sldMkLst>
          <pc:docMk/>
          <pc:sldMk cId="338130628" sldId="260"/>
        </pc:sldMkLst>
        <pc:spChg chg="mod">
          <ac:chgData name="FERNANDA FEIJO MASCHETI" userId="3b5fc639-18de-4d41-8450-c10a405de25b" providerId="ADAL" clId="{EB95E8B9-D5D8-4054-8D78-616B112FE35B}" dt="2026-06-29T00:19:05.505" v="12431" actId="20577"/>
          <ac:spMkLst>
            <pc:docMk/>
            <pc:sldMk cId="338130628" sldId="260"/>
            <ac:spMk id="2" creationId="{FD9FB598-BE0D-7261-47FB-CDA44BEFEA5C}"/>
          </ac:spMkLst>
        </pc:spChg>
        <pc:spChg chg="mod">
          <ac:chgData name="FERNANDA FEIJO MASCHETI" userId="3b5fc639-18de-4d41-8450-c10a405de25b" providerId="ADAL" clId="{EB95E8B9-D5D8-4054-8D78-616B112FE35B}" dt="2026-06-29T00:18:59.944" v="12425"/>
          <ac:spMkLst>
            <pc:docMk/>
            <pc:sldMk cId="338130628" sldId="260"/>
            <ac:spMk id="3" creationId="{78FB6C7D-CC3A-E8B9-7054-F0942892E0EF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19:29.176" v="12435"/>
        <pc:sldMkLst>
          <pc:docMk/>
          <pc:sldMk cId="553678365" sldId="261"/>
        </pc:sldMkLst>
        <pc:spChg chg="mod">
          <ac:chgData name="FERNANDA FEIJO MASCHETI" userId="3b5fc639-18de-4d41-8450-c10a405de25b" providerId="ADAL" clId="{EB95E8B9-D5D8-4054-8D78-616B112FE35B}" dt="2026-06-29T00:19:20.232" v="12434"/>
          <ac:spMkLst>
            <pc:docMk/>
            <pc:sldMk cId="553678365" sldId="261"/>
            <ac:spMk id="2" creationId="{3D4D774D-10BD-BD47-7560-603D71483E8E}"/>
          </ac:spMkLst>
        </pc:spChg>
        <pc:spChg chg="mod">
          <ac:chgData name="FERNANDA FEIJO MASCHETI" userId="3b5fc639-18de-4d41-8450-c10a405de25b" providerId="ADAL" clId="{EB95E8B9-D5D8-4054-8D78-616B112FE35B}" dt="2026-06-29T00:19:29.176" v="12435"/>
          <ac:spMkLst>
            <pc:docMk/>
            <pc:sldMk cId="553678365" sldId="261"/>
            <ac:spMk id="3" creationId="{46CD7F99-C1F2-3104-F02D-5811778C2B53}"/>
          </ac:spMkLst>
        </pc:spChg>
      </pc:sldChg>
      <pc:sldChg chg="modSp add mod">
        <pc:chgData name="FERNANDA FEIJO MASCHETI" userId="3b5fc639-18de-4d41-8450-c10a405de25b" providerId="ADAL" clId="{EB95E8B9-D5D8-4054-8D78-616B112FE35B}" dt="2026-06-29T00:20:29.877" v="12619" actId="403"/>
        <pc:sldMkLst>
          <pc:docMk/>
          <pc:sldMk cId="2531769514" sldId="262"/>
        </pc:sldMkLst>
        <pc:spChg chg="mod">
          <ac:chgData name="FERNANDA FEIJO MASCHETI" userId="3b5fc639-18de-4d41-8450-c10a405de25b" providerId="ADAL" clId="{EB95E8B9-D5D8-4054-8D78-616B112FE35B}" dt="2026-06-29T00:19:48.932" v="12484" actId="20577"/>
          <ac:spMkLst>
            <pc:docMk/>
            <pc:sldMk cId="2531769514" sldId="262"/>
            <ac:spMk id="2" creationId="{4B92F934-7B04-7BA4-6ECD-620852E05BBB}"/>
          </ac:spMkLst>
        </pc:spChg>
        <pc:spChg chg="mod">
          <ac:chgData name="FERNANDA FEIJO MASCHETI" userId="3b5fc639-18de-4d41-8450-c10a405de25b" providerId="ADAL" clId="{EB95E8B9-D5D8-4054-8D78-616B112FE35B}" dt="2026-06-29T00:20:29.877" v="12619" actId="403"/>
          <ac:spMkLst>
            <pc:docMk/>
            <pc:sldMk cId="2531769514" sldId="262"/>
            <ac:spMk id="3" creationId="{89484FAC-F20B-9D83-9E52-2E8A4B1FA2B7}"/>
          </ac:spMkLst>
        </pc:spChg>
      </pc:sldChg>
      <pc:sldChg chg="delSp modSp add del mod modNotesTx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3202633143" sldId="451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036700608" sldId="452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017997065" sldId="453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46439669" sldId="454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3752334" sldId="456"/>
        </pc:sldMkLst>
      </pc:sldChg>
      <pc:sldChg chg="modSp add del mod or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249200802" sldId="457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244656033" sldId="458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648403372" sldId="459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313616844" sldId="460"/>
        </pc:sldMkLst>
      </pc:sldChg>
      <pc:sldChg chg="modSp add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2781599071" sldId="461"/>
        </pc:sldMkLst>
      </pc:sldChg>
      <pc:sldChg chg="modSp new del mod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75422408" sldId="462"/>
        </pc:sldMkLst>
      </pc:sldChg>
      <pc:sldChg chg="del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26801019" sldId="463"/>
        </pc:sldMkLst>
      </pc:sldChg>
      <pc:sldChg chg="del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744036260" sldId="464"/>
        </pc:sldMkLst>
      </pc:sldChg>
      <pc:sldChg chg="del">
        <pc:chgData name="FERNANDA FEIJO MASCHETI" userId="3b5fc639-18de-4d41-8450-c10a405de25b" providerId="ADAL" clId="{EB95E8B9-D5D8-4054-8D78-616B112FE35B}" dt="2026-06-29T00:14:26.084" v="12055" actId="47"/>
        <pc:sldMkLst>
          <pc:docMk/>
          <pc:sldMk cId="1536693044" sldId="4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A6798-C93F-40F4-9087-229740BD2D6F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F04DF-6BF7-439F-B039-1DA551C7D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4081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4F04DF-6BF7-439F-B039-1DA551C7D1F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838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81CE59-DF04-E40A-EE5F-838075F15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EF26EC-8E41-A274-3867-9FC038323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7DBA1B-C238-D09B-A749-FA924082B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1D8B6E-8FBA-EB5E-D499-9EC980FE9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525E0D-9BFB-A8FB-8D35-92AA65CC0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68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EA11AD-B451-8AEB-BAAD-3B3BCB60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364230-9F5B-C6F3-2E73-FCB780F00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4E0EE7-863B-0810-12A8-65791E7B2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024913-97E5-ED50-87B9-C7146C31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53FFD4-55E6-84AE-85A5-465574EA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86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50F6A-6A43-EC2A-55E5-4C2F1854D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2FDFC1-76B1-7D66-F58A-B8C88BCBC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926ED7-D9CA-8B87-B1BE-B3DB1D9D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445567-EFC3-B23D-F8B2-2BB802E8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851AA8-CA28-E435-E50E-6FD3A989C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5500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274CF-A11C-9922-BECB-77F275120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F15EB6-DE8A-3B5F-532B-D5DC569C6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603DCC-24F2-0F07-8D68-23C35FAB1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EC157F-B40B-B147-0F9C-FC1D59ABD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F290EC-7CC4-B70A-9D50-1DEBDD87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975A1A-3F87-FC98-DE51-1432F28C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493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8C4C0E-2A51-6911-E34A-F48B1DC3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5207AA-40E5-6BC8-1947-EEDE0AFFA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2208C6C-8701-DBF0-4B18-5B340F795A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9EE8BEF-0566-3456-A9E7-FB18F37EFC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1A8995-1796-F912-7861-8CF036B1A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33956A-721A-33D4-2565-95DC3667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99D9BC9-DC60-76C0-1F70-8A2DF05F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92DAFE2-9E03-7580-2837-638FECA5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752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58895-54BC-7ADA-3082-87717FB2C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479FCE-382B-C946-386F-7FD2B5EF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1416E23-F292-172A-D007-9BACC30B2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C8923A-C0AC-A89D-337F-93FBB879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35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E3DC9D-3153-EB1F-FA49-B8C97A08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FBC8080-AD17-1243-8693-7263C74A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E948B4-D16E-852B-135D-1ADF4E2E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8214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A82FE-C288-F7BF-5A53-D229C038C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50AD99-550F-390C-A55F-73AB212EA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D2D1E8-6FBB-6292-F265-B8CF9DC78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36A624-61AC-EE0F-BA91-72868AE4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BBFF98-5A86-FC92-5D80-73F59DCFC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05440F0-82AE-7BD5-F38C-0ED25127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687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A8D6D-6C25-A75E-25A7-C3D0A2C2D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C39273-FE12-430E-F935-BBBCBD524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9A0CB7-E3F5-E3BB-72C8-67C17ADC9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FDDA2C-A973-1446-C1B0-472795BA7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435825-38E5-F1FD-93F5-B248FA28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5849AB-87E7-A5DE-A5AF-2BA7D129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1100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D0CBE-1D21-B20B-264C-A61A06D1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AEF531B-5101-7595-01E1-63D3E701A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20D74B-AEC7-9C8C-EF73-CAC3FC39F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642F73-CDF8-A4C9-2DC7-0897D883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E8B109-B589-DC46-B482-D010712C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37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E8B553-75A6-FAFF-2456-1AA02CBC8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D6C5B5-D42F-83F2-C0A9-FC9BB7AA9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2D20A4-5E29-C6F8-F0D7-DFD14654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E49B7D-2893-5520-0011-96978DFE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A251A6-F5ED-C983-E58F-AAD6184E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511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E03DF62-F9EC-ACE9-7451-A1125AF79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E8EED1-AC1F-40C4-94A1-4C834C41B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8144D2-B696-24D1-A185-38484A291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4E96C-EFD9-4091-8E08-FA84CC979737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A1B27E-E937-640B-A248-32059592F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6EE172-9A53-1413-0C3D-A79EB959C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EE185-B0E5-4664-B298-F051DAD4E4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708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E4C3B-42A8-809F-BC4B-03E5359106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3490" y="2235200"/>
            <a:ext cx="9685020" cy="2387600"/>
          </a:xfrm>
        </p:spPr>
        <p:txBody>
          <a:bodyPr anchor="ctr">
            <a:normAutofit/>
          </a:bodyPr>
          <a:lstStyle/>
          <a:p>
            <a:r>
              <a:rPr lang="pt-BR" sz="4000" b="1" dirty="0">
                <a:solidFill>
                  <a:schemeClr val="bg1"/>
                </a:solidFill>
              </a:rPr>
              <a:t>O banco de dados da empresa </a:t>
            </a:r>
            <a:br>
              <a:rPr lang="pt-BR" sz="4000" b="1" dirty="0">
                <a:solidFill>
                  <a:schemeClr val="bg1"/>
                </a:solidFill>
              </a:rPr>
            </a:br>
            <a:r>
              <a:rPr lang="pt-BR" sz="4000" b="1" dirty="0">
                <a:solidFill>
                  <a:schemeClr val="bg1"/>
                </a:solidFill>
              </a:rPr>
              <a:t>[OSM(OLDSCHOOLMOVIES)]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1CA0CD-84FD-2105-7A50-2F302F471B47}"/>
              </a:ext>
            </a:extLst>
          </p:cNvPr>
          <p:cNvSpPr txBox="1"/>
          <p:nvPr/>
        </p:nvSpPr>
        <p:spPr>
          <a:xfrm>
            <a:off x="514864" y="6167393"/>
            <a:ext cx="2446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accent3"/>
                </a:solidFill>
              </a:rPr>
              <a:t>[SEU NOME]</a:t>
            </a:r>
          </a:p>
        </p:txBody>
      </p:sp>
    </p:spTree>
    <p:extLst>
      <p:ext uri="{BB962C8B-B14F-4D97-AF65-F5344CB8AC3E}">
        <p14:creationId xmlns:p14="http://schemas.microsoft.com/office/powerpoint/2010/main" val="341887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A2B56-1900-20BF-5AB9-5A677077F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db_osm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8C8E59-FB0F-5A80-C4AC-8538B6CEF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É uma empresa que pode vender ou alugar filmes antigos como fitas ,DVDS e aparelhos  . Ela tem como objetivo devolver aquela sensação de ver filmes em casa nos anos 90 ou 2000 para dá aquela sensação de nostalgia e também mostra filmes que ainda não estão na plataforma modernas para venda ou alugar.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958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BB52B-94F0-2FF9-F537-F8C23DE9B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As </a:t>
            </a:r>
            <a:r>
              <a:rPr lang="en-US" b="1" dirty="0" err="1">
                <a:solidFill>
                  <a:srgbClr val="FF0000"/>
                </a:solidFill>
              </a:rPr>
              <a:t>entidades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25BCA1-4D2B-E57A-5CE4-031C31809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Pessoa: </a:t>
            </a:r>
            <a:r>
              <a:rPr lang="pt-BR" dirty="0"/>
              <a:t>cliente cadastrado para aluga</a:t>
            </a:r>
          </a:p>
          <a:p>
            <a:pPr marL="0" indent="0">
              <a:buNone/>
            </a:pPr>
            <a:r>
              <a:rPr lang="pt-BR" dirty="0"/>
              <a:t> </a:t>
            </a:r>
            <a:endParaRPr lang="en-US" dirty="0"/>
          </a:p>
          <a:p>
            <a:r>
              <a:rPr lang="en-US" b="1" dirty="0"/>
              <a:t>Item</a:t>
            </a:r>
            <a:r>
              <a:rPr lang="en-US" dirty="0"/>
              <a:t>: </a:t>
            </a:r>
            <a:r>
              <a:rPr lang="en-US" dirty="0" err="1"/>
              <a:t>titulos</a:t>
            </a:r>
            <a:r>
              <a:rPr lang="en-US" dirty="0"/>
              <a:t> de </a:t>
            </a:r>
            <a:r>
              <a:rPr lang="en-US" dirty="0" err="1"/>
              <a:t>filmes</a:t>
            </a:r>
            <a:r>
              <a:rPr lang="en-US" dirty="0"/>
              <a:t> </a:t>
            </a:r>
            <a:r>
              <a:rPr lang="pt-BR" dirty="0"/>
              <a:t> com data de lançamento para se alugado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Registro: </a:t>
            </a:r>
            <a:r>
              <a:rPr lang="pt-BR" dirty="0"/>
              <a:t>seria o status do atendimento e para mostra qual filme foi alugado e se ele foi removido ou não.</a:t>
            </a:r>
          </a:p>
        </p:txBody>
      </p:sp>
    </p:spTree>
    <p:extLst>
      <p:ext uri="{BB962C8B-B14F-4D97-AF65-F5344CB8AC3E}">
        <p14:creationId xmlns:p14="http://schemas.microsoft.com/office/powerpoint/2010/main" val="184425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F4FD-E36A-76DD-48A5-A535C2305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8C204-5479-FFC4-30C5-95727502C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UPDATE: </a:t>
            </a:r>
            <a:r>
              <a:rPr lang="pt-BR" b="1" dirty="0">
                <a:solidFill>
                  <a:srgbClr val="FF0000"/>
                </a:solidFill>
              </a:rPr>
              <a:t>O Felipe que estava inativo volto esta ativo precisa muda para 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E51343-9EEA-E0FE-0549-E4A3D52F9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Comando SQL: </a:t>
            </a:r>
          </a:p>
          <a:p>
            <a:pPr marL="0" indent="0">
              <a:buNone/>
            </a:pPr>
            <a:r>
              <a:rPr lang="pt-BR" dirty="0"/>
              <a:t>UPDATE </a:t>
            </a:r>
            <a:r>
              <a:rPr lang="pt-BR" dirty="0" err="1"/>
              <a:t>pessoaSET</a:t>
            </a: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 err="1"/>
              <a:t>status_pessoa</a:t>
            </a:r>
            <a:r>
              <a:rPr lang="pt-BR" dirty="0"/>
              <a:t> = 'ativo’</a:t>
            </a:r>
          </a:p>
          <a:p>
            <a:pPr marL="0" indent="0">
              <a:buNone/>
            </a:pPr>
            <a:r>
              <a:rPr lang="pt-BR" dirty="0"/>
              <a:t>WHERE </a:t>
            </a:r>
            <a:r>
              <a:rPr lang="pt-BR" dirty="0" err="1"/>
              <a:t>id_pessoa</a:t>
            </a:r>
            <a:r>
              <a:rPr lang="pt-BR" dirty="0"/>
              <a:t>= 5;</a:t>
            </a:r>
          </a:p>
          <a:p>
            <a:pPr marL="0" indent="0">
              <a:buNone/>
            </a:pPr>
            <a:r>
              <a:rPr lang="pt-BR" dirty="0"/>
              <a:t>O que mudou no banco depois de executar: </a:t>
            </a:r>
          </a:p>
          <a:p>
            <a:pPr marL="0" indent="0">
              <a:buNone/>
            </a:pPr>
            <a:r>
              <a:rPr lang="pt-BR" dirty="0"/>
              <a:t>Felipe esta agora ativo </a:t>
            </a:r>
          </a:p>
        </p:txBody>
      </p:sp>
    </p:spTree>
    <p:extLst>
      <p:ext uri="{BB962C8B-B14F-4D97-AF65-F5344CB8AC3E}">
        <p14:creationId xmlns:p14="http://schemas.microsoft.com/office/powerpoint/2010/main" val="2924147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EA998-7B05-8A75-3BDF-42E9A65E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B598-BE0D-7261-47FB-CDA44BEFE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DELETE: </a:t>
            </a:r>
            <a:r>
              <a:rPr lang="pt-BR" b="1" dirty="0">
                <a:solidFill>
                  <a:srgbClr val="FF0000"/>
                </a:solidFill>
              </a:rPr>
              <a:t>A um cliente esqueceu de leva o filme que foi alugado então deve se deleto do registro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FB6C7D-CC3A-E8B9-7054-F0942892E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Comando SQL: </a:t>
            </a:r>
          </a:p>
          <a:p>
            <a:pPr marL="0" indent="0">
              <a:buNone/>
            </a:pPr>
            <a:r>
              <a:rPr lang="pt-BR" dirty="0"/>
              <a:t>DELETE FROM registro</a:t>
            </a:r>
          </a:p>
          <a:p>
            <a:pPr marL="0" indent="0">
              <a:buNone/>
            </a:pPr>
            <a:r>
              <a:rPr lang="pt-BR" dirty="0"/>
              <a:t>WHERE </a:t>
            </a:r>
            <a:r>
              <a:rPr lang="pt-BR" dirty="0" err="1"/>
              <a:t>id_registro</a:t>
            </a:r>
            <a:r>
              <a:rPr lang="pt-BR" dirty="0"/>
              <a:t>= 9;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 que foi removido e por quê fazia sentido remover:</a:t>
            </a:r>
          </a:p>
          <a:p>
            <a:pPr marL="0" indent="0">
              <a:buNone/>
            </a:pPr>
            <a:r>
              <a:rPr lang="pt-BR" dirty="0"/>
              <a:t>Foi removido porque o cliente esqueceu do filme na alocadora </a:t>
            </a:r>
          </a:p>
        </p:txBody>
      </p:sp>
    </p:spTree>
    <p:extLst>
      <p:ext uri="{BB962C8B-B14F-4D97-AF65-F5344CB8AC3E}">
        <p14:creationId xmlns:p14="http://schemas.microsoft.com/office/powerpoint/2010/main" val="338130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F7F6-9ECD-8397-6859-3AA683DA3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D774D-10BD-BD47-7560-603D71483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ALTER TABLE:</a:t>
            </a:r>
            <a:r>
              <a:rPr lang="pt-BR" b="1" dirty="0">
                <a:solidFill>
                  <a:srgbClr val="FF0000"/>
                </a:solidFill>
              </a:rPr>
              <a:t>a locadora passou a precisa registra dias do aluguel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CD7F99-C1F2-3104-F02D-5811778C2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Comando SQL: </a:t>
            </a:r>
          </a:p>
          <a:p>
            <a:pPr marL="0" indent="0">
              <a:buNone/>
            </a:pPr>
            <a:r>
              <a:rPr lang="pt-BR" dirty="0"/>
              <a:t>Alter </a:t>
            </a:r>
            <a:r>
              <a:rPr lang="pt-BR" dirty="0" err="1"/>
              <a:t>table</a:t>
            </a:r>
            <a:r>
              <a:rPr lang="pt-BR" dirty="0"/>
              <a:t> registro</a:t>
            </a:r>
          </a:p>
          <a:p>
            <a:pPr marL="0" indent="0">
              <a:buNone/>
            </a:pPr>
            <a:r>
              <a:rPr lang="pt-BR" dirty="0" err="1"/>
              <a:t>add</a:t>
            </a:r>
            <a:r>
              <a:rPr lang="pt-BR" dirty="0"/>
              <a:t> </a:t>
            </a:r>
            <a:r>
              <a:rPr lang="pt-BR" dirty="0" err="1"/>
              <a:t>data_aluguel</a:t>
            </a:r>
            <a:r>
              <a:rPr lang="pt-BR" dirty="0"/>
              <a:t> date;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Que necessidade do sistema motivou essa mudança na estrutura:</a:t>
            </a:r>
          </a:p>
          <a:p>
            <a:pPr marL="0" indent="0">
              <a:buNone/>
            </a:pPr>
            <a:r>
              <a:rPr lang="pt-BR" dirty="0"/>
              <a:t>Foi necessário para conseguir determina o valor do aluguel e tempo foi para saber quando vai pode ser alugado de novo</a:t>
            </a:r>
          </a:p>
        </p:txBody>
      </p:sp>
    </p:spTree>
    <p:extLst>
      <p:ext uri="{BB962C8B-B14F-4D97-AF65-F5344CB8AC3E}">
        <p14:creationId xmlns:p14="http://schemas.microsoft.com/office/powerpoint/2010/main" val="553678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AB16C-1CA3-C384-143E-354B4F9E4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2F934-7B04-7BA4-6ECD-620852E05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Como </a:t>
            </a:r>
            <a:r>
              <a:rPr lang="en-US" b="1" dirty="0" err="1">
                <a:solidFill>
                  <a:srgbClr val="FF0000"/>
                </a:solidFill>
              </a:rPr>
              <a:t>foi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trabalhar</a:t>
            </a:r>
            <a:r>
              <a:rPr lang="en-US" b="1" dirty="0">
                <a:solidFill>
                  <a:srgbClr val="FF0000"/>
                </a:solidFill>
              </a:rPr>
              <a:t> com a IA?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484FAC-F20B-9D83-9E52-2E8A4B1FA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O que você pediu para IA?</a:t>
            </a:r>
          </a:p>
          <a:p>
            <a:r>
              <a:rPr lang="pt-BR" sz="3600" dirty="0"/>
              <a:t>O que ela gerou?</a:t>
            </a:r>
          </a:p>
          <a:p>
            <a:r>
              <a:rPr lang="pt-BR" sz="3600" dirty="0"/>
              <a:t>O que você precisou ajustar ou corrigir?</a:t>
            </a:r>
          </a:p>
          <a:p>
            <a:r>
              <a:rPr lang="pt-BR" sz="3600" dirty="0"/>
              <a:t>O que a IA não conseguiu fazer sozinha?</a:t>
            </a:r>
          </a:p>
        </p:txBody>
      </p:sp>
    </p:spTree>
    <p:extLst>
      <p:ext uri="{BB962C8B-B14F-4D97-AF65-F5344CB8AC3E}">
        <p14:creationId xmlns:p14="http://schemas.microsoft.com/office/powerpoint/2010/main" val="2531769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MInhaPaleta">
      <a:dk1>
        <a:srgbClr val="954F72"/>
      </a:dk1>
      <a:lt1>
        <a:srgbClr val="FFFFFF"/>
      </a:lt1>
      <a:dk2>
        <a:srgbClr val="0029FF"/>
      </a:dk2>
      <a:lt2>
        <a:srgbClr val="F7E9DE"/>
      </a:lt2>
      <a:accent1>
        <a:srgbClr val="0029FF"/>
      </a:accent1>
      <a:accent2>
        <a:srgbClr val="FE470A"/>
      </a:accent2>
      <a:accent3>
        <a:srgbClr val="CFDD2F"/>
      </a:accent3>
      <a:accent4>
        <a:srgbClr val="FF82A9"/>
      </a:accent4>
      <a:accent5>
        <a:srgbClr val="EA631B"/>
      </a:accent5>
      <a:accent6>
        <a:srgbClr val="FFB51F"/>
      </a:accent6>
      <a:hlink>
        <a:srgbClr val="A6171C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57B6F091042246BF7FDD3A0345BE04" ma:contentTypeVersion="4" ma:contentTypeDescription="Create a new document." ma:contentTypeScope="" ma:versionID="2071f8a0e772f38bbaef40fd0a7cf9c7">
  <xsd:schema xmlns:xsd="http://www.w3.org/2001/XMLSchema" xmlns:xs="http://www.w3.org/2001/XMLSchema" xmlns:p="http://schemas.microsoft.com/office/2006/metadata/properties" xmlns:ns2="869181c0-82b5-4bc1-a120-5b367f1db79a" targetNamespace="http://schemas.microsoft.com/office/2006/metadata/properties" ma:root="true" ma:fieldsID="353d6dd9319aa7b46bde7e61034f9181" ns2:_="">
    <xsd:import namespace="869181c0-82b5-4bc1-a120-5b367f1db79a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9181c0-82b5-4bc1-a120-5b367f1db79a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69181c0-82b5-4bc1-a120-5b367f1db79a" xsi:nil="true"/>
  </documentManagement>
</p:properties>
</file>

<file path=customXml/itemProps1.xml><?xml version="1.0" encoding="utf-8"?>
<ds:datastoreItem xmlns:ds="http://schemas.openxmlformats.org/officeDocument/2006/customXml" ds:itemID="{EA7F7A91-E6DF-4F97-AFB8-1C67E6A0C8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9181c0-82b5-4bc1-a120-5b367f1db7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4C63972-6901-481D-8F9A-F9C5AC166C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7761E8F-081F-457A-AAA8-BF1DE60D6F53}">
  <ds:schemaRefs>
    <ds:schemaRef ds:uri="http://schemas.microsoft.com/office/2006/metadata/properties"/>
    <ds:schemaRef ds:uri="http://schemas.microsoft.com/office/infopath/2007/PartnerControls"/>
    <ds:schemaRef ds:uri="869181c0-82b5-4bc1-a120-5b367f1db79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308</Words>
  <Application>Microsoft Office PowerPoint</Application>
  <PresentationFormat>Widescreen</PresentationFormat>
  <Paragraphs>37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do Office</vt:lpstr>
      <vt:lpstr>O banco de dados da empresa  [OSM(OLDSCHOOLMOVIES)]</vt:lpstr>
      <vt:lpstr>db_osm</vt:lpstr>
      <vt:lpstr>As entidades</vt:lpstr>
      <vt:lpstr>UPDATE: O Felipe que estava inativo volto esta ativo precisa muda para ativo</vt:lpstr>
      <vt:lpstr>DELETE: A um cliente esqueceu de leva o filme que foi alugado então deve se deleto do registro</vt:lpstr>
      <vt:lpstr>ALTER TABLE:a locadora passou a precisa registra dias do aluguel</vt:lpstr>
      <vt:lpstr>Como foi trabalhar com a IA?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Fernanda Feijó Mascheti</dc:creator>
  <cp:lastModifiedBy>ANTONIO CARLOS PEREIRA</cp:lastModifiedBy>
  <cp:revision>4</cp:revision>
  <dcterms:created xsi:type="dcterms:W3CDTF">2026-05-03T22:21:04Z</dcterms:created>
  <dcterms:modified xsi:type="dcterms:W3CDTF">2026-06-29T14:40:46Z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0x0101000957B6F091042246BF7FDD3A0345BE04</vt:lpwstr>
  </property>
</Properties>
</file>